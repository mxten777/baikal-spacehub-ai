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75" y="2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10B862-B6F9-4C5B-AAF5-7F423FAB915B}" type="datetimeFigureOut">
              <a:rPr lang="ko-KR" altLang="en-US" smtClean="0"/>
              <a:t>2026-08-05</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0F3753-A74F-4529-8365-DE3E56870EC0}" type="slidenum">
              <a:rPr lang="ko-KR" altLang="en-US" smtClean="0"/>
              <a:t>‹#›</a:t>
            </a:fld>
            <a:endParaRPr lang="ko-KR" altLang="en-US"/>
          </a:p>
        </p:txBody>
      </p:sp>
    </p:spTree>
    <p:extLst>
      <p:ext uri="{BB962C8B-B14F-4D97-AF65-F5344CB8AC3E}">
        <p14:creationId xmlns:p14="http://schemas.microsoft.com/office/powerpoint/2010/main" val="209004035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360F3753-A74F-4529-8365-DE3E56870EC0}" type="slidenum">
              <a:rPr lang="ko-KR" altLang="en-US" smtClean="0"/>
              <a:t>1</a:t>
            </a:fld>
            <a:endParaRPr lang="ko-KR" altLang="en-US"/>
          </a:p>
        </p:txBody>
      </p:sp>
    </p:spTree>
    <p:extLst>
      <p:ext uri="{BB962C8B-B14F-4D97-AF65-F5344CB8AC3E}">
        <p14:creationId xmlns:p14="http://schemas.microsoft.com/office/powerpoint/2010/main" val="3166291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555489" y="-3554917"/>
            <a:ext cx="9144000" cy="16254977"/>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081" y="0"/>
            <a:ext cx="12094461" cy="914342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865988" y="-2247787"/>
            <a:ext cx="6526085" cy="16258061"/>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그림 3" descr="BAIKAL.AI&#10;&#10;AI 생성 콘텐츠는 정확하지 않을 수 있습니다.">
            <a:extLst>
              <a:ext uri="{FF2B5EF4-FFF2-40B4-BE49-F238E27FC236}">
                <a16:creationId xmlns:a16="http://schemas.microsoft.com/office/drawing/2014/main" id="{49645789-1C9B-F030-A3AB-8D3038326122}"/>
              </a:ext>
            </a:extLst>
          </p:cNvPr>
          <p:cNvPicPr>
            <a:picLocks noChangeAspect="1"/>
          </p:cNvPicPr>
          <p:nvPr/>
        </p:nvPicPr>
        <p:blipFill>
          <a:blip r:embed="rId3"/>
          <a:stretch>
            <a:fillRect/>
          </a:stretch>
        </p:blipFill>
        <p:spPr>
          <a:xfrm>
            <a:off x="14757400" y="8610599"/>
            <a:ext cx="1447800" cy="520303"/>
          </a:xfrm>
          <a:prstGeom prst="rect">
            <a:avLst/>
          </a:prstGeom>
        </p:spPr>
      </p:pic>
      <p:pic>
        <p:nvPicPr>
          <p:cNvPr id="6" name="그림 5" descr="The image depicts a technical drawing or blueprint with various annotations and symbols, possibly related to mechanical or engineering design, accompanied by Korean text describing it as part of an advanced master plan for BAIKAL AI Marketing Engine version 1.1.">
            <a:extLst>
              <a:ext uri="{FF2B5EF4-FFF2-40B4-BE49-F238E27FC236}">
                <a16:creationId xmlns:a16="http://schemas.microsoft.com/office/drawing/2014/main" id="{5C060812-B5F2-1033-8394-75E2E7096577}"/>
              </a:ext>
            </a:extLst>
          </p:cNvPr>
          <p:cNvPicPr>
            <a:picLocks noChangeAspect="1"/>
          </p:cNvPicPr>
          <p:nvPr/>
        </p:nvPicPr>
        <p:blipFill>
          <a:blip r:embed="rId4"/>
          <a:stretch>
            <a:fillRect/>
          </a:stretch>
        </p:blipFill>
        <p:spPr>
          <a:xfrm>
            <a:off x="508001" y="838200"/>
            <a:ext cx="15163800" cy="76961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3644BFD-D22E-4019-B666-387DA51AE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5998" cy="91431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608481" y="2520606"/>
            <a:ext cx="7813389" cy="2772191"/>
            <a:chOff x="6081624" y="1998368"/>
            <a:chExt cx="5613457" cy="782175"/>
          </a:xfrm>
          <a:solidFill>
            <a:schemeClr val="accent4"/>
          </a:solidFill>
        </p:grpSpPr>
        <p:sp>
          <p:nvSpPr>
            <p:cNvPr id="12" name="Rectangle 11">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704" y="621792"/>
            <a:ext cx="14815638" cy="78904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p:cNvPicPr>
            <a:picLocks noChangeAspect="1"/>
          </p:cNvPicPr>
          <p:nvPr/>
        </p:nvPicPr>
        <p:blipFill>
          <a:blip r:embed="rId2"/>
          <a:srcRect b="8191"/>
          <a:stretch>
            <a:fillRect/>
          </a:stretch>
        </p:blipFill>
        <p:spPr>
          <a:xfrm>
            <a:off x="1117600" y="939686"/>
            <a:ext cx="14171168" cy="7253338"/>
          </a:xfrm>
          <a:prstGeom prst="rect">
            <a:avLst/>
          </a:prstGeom>
        </p:spPr>
      </p:pic>
      <p:pic>
        <p:nvPicPr>
          <p:cNvPr id="4" name="그림 3" descr="BAIKAL.AI&#10;&#10;AI 생성 콘텐츠는 정확하지 않을 수 있습니다.">
            <a:extLst>
              <a:ext uri="{FF2B5EF4-FFF2-40B4-BE49-F238E27FC236}">
                <a16:creationId xmlns:a16="http://schemas.microsoft.com/office/drawing/2014/main" id="{00E7C39B-3264-8045-B3FF-6417854291F3}"/>
              </a:ext>
            </a:extLst>
          </p:cNvPr>
          <p:cNvPicPr>
            <a:picLocks noChangeAspect="1"/>
          </p:cNvPicPr>
          <p:nvPr/>
        </p:nvPicPr>
        <p:blipFill>
          <a:blip r:embed="rId3"/>
          <a:stretch>
            <a:fillRect/>
          </a:stretch>
        </p:blipFill>
        <p:spPr>
          <a:xfrm>
            <a:off x="14986000" y="8610600"/>
            <a:ext cx="1219200" cy="4381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3644BFD-D22E-4019-B666-387DA51AE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5998" cy="91431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608481" y="2520606"/>
            <a:ext cx="7813389" cy="2772191"/>
            <a:chOff x="6081624" y="1998368"/>
            <a:chExt cx="5613457" cy="782175"/>
          </a:xfrm>
          <a:solidFill>
            <a:schemeClr val="accent4"/>
          </a:solidFill>
        </p:grpSpPr>
        <p:sp>
          <p:nvSpPr>
            <p:cNvPr id="12" name="Rectangle 11">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704" y="621792"/>
            <a:ext cx="14815638" cy="78904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p:cNvPicPr>
            <a:picLocks noChangeAspect="1"/>
          </p:cNvPicPr>
          <p:nvPr/>
        </p:nvPicPr>
        <p:blipFill>
          <a:blip r:embed="rId2"/>
          <a:srcRect b="8191"/>
          <a:stretch>
            <a:fillRect/>
          </a:stretch>
        </p:blipFill>
        <p:spPr>
          <a:xfrm>
            <a:off x="1117600" y="939686"/>
            <a:ext cx="14171168" cy="7253338"/>
          </a:xfrm>
          <a:prstGeom prst="rect">
            <a:avLst/>
          </a:prstGeom>
        </p:spPr>
      </p:pic>
      <p:pic>
        <p:nvPicPr>
          <p:cNvPr id="4" name="그림 3" descr="BAIKAL.AI&#10;&#10;AI 생성 콘텐츠는 정확하지 않을 수 있습니다.">
            <a:extLst>
              <a:ext uri="{FF2B5EF4-FFF2-40B4-BE49-F238E27FC236}">
                <a16:creationId xmlns:a16="http://schemas.microsoft.com/office/drawing/2014/main" id="{DC96F1AF-AFA4-19D4-31BD-10C42A09B295}"/>
              </a:ext>
            </a:extLst>
          </p:cNvPr>
          <p:cNvPicPr>
            <a:picLocks noChangeAspect="1"/>
          </p:cNvPicPr>
          <p:nvPr/>
        </p:nvPicPr>
        <p:blipFill>
          <a:blip r:embed="rId3"/>
          <a:stretch>
            <a:fillRect/>
          </a:stretch>
        </p:blipFill>
        <p:spPr>
          <a:xfrm>
            <a:off x="14986000" y="8610600"/>
            <a:ext cx="1219200" cy="4381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3644BFD-D22E-4019-B666-387DA51AE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5998" cy="91431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608481" y="2520606"/>
            <a:ext cx="7813389" cy="2772191"/>
            <a:chOff x="6081624" y="1998368"/>
            <a:chExt cx="5613457" cy="782175"/>
          </a:xfrm>
          <a:solidFill>
            <a:schemeClr val="accent4"/>
          </a:solidFill>
        </p:grpSpPr>
        <p:sp>
          <p:nvSpPr>
            <p:cNvPr id="12" name="Rectangle 11">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704" y="621792"/>
            <a:ext cx="14815638" cy="78904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p:cNvPicPr>
            <a:picLocks noChangeAspect="1"/>
          </p:cNvPicPr>
          <p:nvPr/>
        </p:nvPicPr>
        <p:blipFill>
          <a:blip r:embed="rId2"/>
          <a:srcRect b="8191"/>
          <a:stretch>
            <a:fillRect/>
          </a:stretch>
        </p:blipFill>
        <p:spPr>
          <a:xfrm>
            <a:off x="1117600" y="939686"/>
            <a:ext cx="14171168" cy="7253338"/>
          </a:xfrm>
          <a:prstGeom prst="rect">
            <a:avLst/>
          </a:prstGeom>
        </p:spPr>
      </p:pic>
      <p:pic>
        <p:nvPicPr>
          <p:cNvPr id="4" name="그림 3" descr="BAIKAL.AI&#10;&#10;AI 생성 콘텐츠는 정확하지 않을 수 있습니다.">
            <a:extLst>
              <a:ext uri="{FF2B5EF4-FFF2-40B4-BE49-F238E27FC236}">
                <a16:creationId xmlns:a16="http://schemas.microsoft.com/office/drawing/2014/main" id="{F73BD518-B27B-FF00-D1A2-0694B25F4771}"/>
              </a:ext>
            </a:extLst>
          </p:cNvPr>
          <p:cNvPicPr>
            <a:picLocks noChangeAspect="1"/>
          </p:cNvPicPr>
          <p:nvPr/>
        </p:nvPicPr>
        <p:blipFill>
          <a:blip r:embed="rId3"/>
          <a:stretch>
            <a:fillRect/>
          </a:stretch>
        </p:blipFill>
        <p:spPr>
          <a:xfrm>
            <a:off x="14986000" y="8610600"/>
            <a:ext cx="1219200" cy="4381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3644BFD-D22E-4019-B666-387DA51AE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5998" cy="91431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608481" y="2520606"/>
            <a:ext cx="7813389" cy="2772191"/>
            <a:chOff x="6081624" y="1998368"/>
            <a:chExt cx="5613457" cy="782175"/>
          </a:xfrm>
          <a:solidFill>
            <a:schemeClr val="accent4"/>
          </a:solidFill>
        </p:grpSpPr>
        <p:sp>
          <p:nvSpPr>
            <p:cNvPr id="12" name="Rectangle 11">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704" y="621792"/>
            <a:ext cx="14815638" cy="78904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p:cNvPicPr>
            <a:picLocks noChangeAspect="1"/>
          </p:cNvPicPr>
          <p:nvPr/>
        </p:nvPicPr>
        <p:blipFill>
          <a:blip r:embed="rId2"/>
          <a:srcRect b="8191"/>
          <a:stretch>
            <a:fillRect/>
          </a:stretch>
        </p:blipFill>
        <p:spPr>
          <a:xfrm>
            <a:off x="1117600" y="939686"/>
            <a:ext cx="14171168" cy="7253338"/>
          </a:xfrm>
          <a:prstGeom prst="rect">
            <a:avLst/>
          </a:prstGeom>
        </p:spPr>
      </p:pic>
      <p:pic>
        <p:nvPicPr>
          <p:cNvPr id="4" name="그림 3" descr="BAIKAL.AI&#10;&#10;AI 생성 콘텐츠는 정확하지 않을 수 있습니다.">
            <a:extLst>
              <a:ext uri="{FF2B5EF4-FFF2-40B4-BE49-F238E27FC236}">
                <a16:creationId xmlns:a16="http://schemas.microsoft.com/office/drawing/2014/main" id="{F62BFB50-BD7E-68B8-C0AD-C11D62860C17}"/>
              </a:ext>
            </a:extLst>
          </p:cNvPr>
          <p:cNvPicPr>
            <a:picLocks noChangeAspect="1"/>
          </p:cNvPicPr>
          <p:nvPr/>
        </p:nvPicPr>
        <p:blipFill>
          <a:blip r:embed="rId3"/>
          <a:stretch>
            <a:fillRect/>
          </a:stretch>
        </p:blipFill>
        <p:spPr>
          <a:xfrm>
            <a:off x="14986000" y="8610600"/>
            <a:ext cx="1219200" cy="4381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3644BFD-D22E-4019-B666-387DA51AE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5998" cy="91431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608481" y="2520606"/>
            <a:ext cx="7813389" cy="2772191"/>
            <a:chOff x="6081624" y="1998368"/>
            <a:chExt cx="5613457" cy="782175"/>
          </a:xfrm>
          <a:solidFill>
            <a:schemeClr val="accent4"/>
          </a:solidFill>
        </p:grpSpPr>
        <p:sp>
          <p:nvSpPr>
            <p:cNvPr id="12" name="Rectangle 11">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704" y="621792"/>
            <a:ext cx="14815638" cy="78904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p:cNvPicPr>
            <a:picLocks noChangeAspect="1"/>
          </p:cNvPicPr>
          <p:nvPr/>
        </p:nvPicPr>
        <p:blipFill>
          <a:blip r:embed="rId2"/>
          <a:srcRect b="8191"/>
          <a:stretch>
            <a:fillRect/>
          </a:stretch>
        </p:blipFill>
        <p:spPr>
          <a:xfrm>
            <a:off x="1117600" y="939686"/>
            <a:ext cx="14171168" cy="7253338"/>
          </a:xfrm>
          <a:prstGeom prst="rect">
            <a:avLst/>
          </a:prstGeom>
        </p:spPr>
      </p:pic>
      <p:pic>
        <p:nvPicPr>
          <p:cNvPr id="4" name="그림 3" descr="BAIKAL.AI&#10;&#10;AI 생성 콘텐츠는 정확하지 않을 수 있습니다.">
            <a:extLst>
              <a:ext uri="{FF2B5EF4-FFF2-40B4-BE49-F238E27FC236}">
                <a16:creationId xmlns:a16="http://schemas.microsoft.com/office/drawing/2014/main" id="{9137C2C2-E858-ED8A-C2BE-3591562DFE26}"/>
              </a:ext>
            </a:extLst>
          </p:cNvPr>
          <p:cNvPicPr>
            <a:picLocks noChangeAspect="1"/>
          </p:cNvPicPr>
          <p:nvPr/>
        </p:nvPicPr>
        <p:blipFill>
          <a:blip r:embed="rId3"/>
          <a:stretch>
            <a:fillRect/>
          </a:stretch>
        </p:blipFill>
        <p:spPr>
          <a:xfrm>
            <a:off x="14986000" y="8610600"/>
            <a:ext cx="1219200" cy="4381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3644BFD-D22E-4019-B666-387DA51AE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5998" cy="91431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608481" y="2520606"/>
            <a:ext cx="7813389" cy="2772191"/>
            <a:chOff x="6081624" y="1998368"/>
            <a:chExt cx="5613457" cy="782175"/>
          </a:xfrm>
          <a:solidFill>
            <a:schemeClr val="accent4"/>
          </a:solidFill>
        </p:grpSpPr>
        <p:sp>
          <p:nvSpPr>
            <p:cNvPr id="12" name="Rectangle 11">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704" y="621792"/>
            <a:ext cx="14815638" cy="78904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p:cNvPicPr>
            <a:picLocks noChangeAspect="1"/>
          </p:cNvPicPr>
          <p:nvPr/>
        </p:nvPicPr>
        <p:blipFill>
          <a:blip r:embed="rId2"/>
          <a:srcRect b="8191"/>
          <a:stretch>
            <a:fillRect/>
          </a:stretch>
        </p:blipFill>
        <p:spPr>
          <a:xfrm>
            <a:off x="1117600" y="939686"/>
            <a:ext cx="14171168" cy="7253338"/>
          </a:xfrm>
          <a:prstGeom prst="rect">
            <a:avLst/>
          </a:prstGeom>
        </p:spPr>
      </p:pic>
      <p:pic>
        <p:nvPicPr>
          <p:cNvPr id="4" name="그림 3" descr="BAIKAL.AI&#10;&#10;AI 생성 콘텐츠는 정확하지 않을 수 있습니다.">
            <a:extLst>
              <a:ext uri="{FF2B5EF4-FFF2-40B4-BE49-F238E27FC236}">
                <a16:creationId xmlns:a16="http://schemas.microsoft.com/office/drawing/2014/main" id="{EEC0CE1A-006C-411F-36B4-C6BBDD41468D}"/>
              </a:ext>
            </a:extLst>
          </p:cNvPr>
          <p:cNvPicPr>
            <a:picLocks noChangeAspect="1"/>
          </p:cNvPicPr>
          <p:nvPr/>
        </p:nvPicPr>
        <p:blipFill>
          <a:blip r:embed="rId3"/>
          <a:stretch>
            <a:fillRect/>
          </a:stretch>
        </p:blipFill>
        <p:spPr>
          <a:xfrm>
            <a:off x="14986000" y="8610600"/>
            <a:ext cx="1219200" cy="4381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r="888" b="-1"/>
          <a:stretch>
            <a:fillRect/>
          </a:stretch>
        </p:blipFill>
        <p:spPr>
          <a:xfrm>
            <a:off x="20" y="1"/>
            <a:ext cx="16255978" cy="9144000"/>
          </a:xfrm>
          <a:prstGeom prst="rect">
            <a:avLst/>
          </a:prstGeom>
        </p:spPr>
      </p:pic>
      <p:sp>
        <p:nvSpPr>
          <p:cNvPr id="20" name="Rectangle 19">
            <a:extLst>
              <a:ext uri="{FF2B5EF4-FFF2-40B4-BE49-F238E27FC236}">
                <a16:creationId xmlns:a16="http://schemas.microsoft.com/office/drawing/2014/main" id="{51935DB0-36D0-5C2E-7342-262D35382F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662697" y="2645288"/>
            <a:ext cx="9149295" cy="3848139"/>
          </a:xfrm>
          <a:prstGeom prst="rect">
            <a:avLst/>
          </a:prstGeom>
          <a:gradFill flip="none" rotWithShape="1">
            <a:gsLst>
              <a:gs pos="0">
                <a:schemeClr val="accent5">
                  <a:lumMod val="75000"/>
                </a:schemeClr>
              </a:gs>
              <a:gs pos="42000">
                <a:schemeClr val="accent5">
                  <a:lumMod val="60000"/>
                  <a:lumOff val="40000"/>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3D31893-BB06-4F90-7CCA-0A7A2694FA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311625" y="3182212"/>
            <a:ext cx="9144001" cy="2785800"/>
          </a:xfrm>
          <a:prstGeom prst="rect">
            <a:avLst/>
          </a:prstGeom>
          <a:gradFill flip="none" rotWithShape="1">
            <a:gsLst>
              <a:gs pos="10000">
                <a:schemeClr val="accent5"/>
              </a:gs>
              <a:gs pos="64000">
                <a:schemeClr val="accent2">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3F8ABF93-7FE7-6D3B-6AD7-C3921745C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0903846" y="3684917"/>
            <a:ext cx="5372680" cy="5462195"/>
          </a:xfrm>
          <a:prstGeom prst="rect">
            <a:avLst/>
          </a:prstGeom>
          <a:gradFill flip="none" rotWithShape="1">
            <a:gsLst>
              <a:gs pos="0">
                <a:schemeClr val="accent2"/>
              </a:gs>
              <a:gs pos="54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6" name="Rectangle 25">
            <a:extLst>
              <a:ext uri="{FF2B5EF4-FFF2-40B4-BE49-F238E27FC236}">
                <a16:creationId xmlns:a16="http://schemas.microsoft.com/office/drawing/2014/main" id="{D3C4FB21-0C2C-3F62-3EC5-DD378DBD3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299228" y="-5311348"/>
            <a:ext cx="4187687" cy="14810387"/>
          </a:xfrm>
          <a:prstGeom prst="rect">
            <a:avLst/>
          </a:prstGeom>
          <a:gradFill>
            <a:gsLst>
              <a:gs pos="0">
                <a:schemeClr val="accent2"/>
              </a:gs>
              <a:gs pos="37000">
                <a:schemeClr val="accent5">
                  <a:lumMod val="60000"/>
                  <a:lumOff val="40000"/>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그림 3" descr="BAIKAL.AI&#10;&#10;AI 생성 콘텐츠는 정확하지 않을 수 있습니다.">
            <a:extLst>
              <a:ext uri="{FF2B5EF4-FFF2-40B4-BE49-F238E27FC236}">
                <a16:creationId xmlns:a16="http://schemas.microsoft.com/office/drawing/2014/main" id="{33F8A57D-0F8E-8454-E571-5995D5582DAC}"/>
              </a:ext>
            </a:extLst>
          </p:cNvPr>
          <p:cNvPicPr>
            <a:picLocks noChangeAspect="1"/>
          </p:cNvPicPr>
          <p:nvPr/>
        </p:nvPicPr>
        <p:blipFill>
          <a:blip r:embed="rId3"/>
          <a:stretch>
            <a:fillRect/>
          </a:stretch>
        </p:blipFill>
        <p:spPr>
          <a:xfrm>
            <a:off x="14986000" y="8610600"/>
            <a:ext cx="1219200" cy="4381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3644BFD-D22E-4019-B666-387DA51AE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5998" cy="91431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608481" y="2520606"/>
            <a:ext cx="7813389" cy="2772191"/>
            <a:chOff x="6081624" y="1998368"/>
            <a:chExt cx="5613457" cy="782175"/>
          </a:xfrm>
          <a:solidFill>
            <a:schemeClr val="accent4"/>
          </a:solidFill>
        </p:grpSpPr>
        <p:sp>
          <p:nvSpPr>
            <p:cNvPr id="12" name="Rectangle 11">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704" y="621792"/>
            <a:ext cx="14815638" cy="78904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p:cNvPicPr>
            <a:picLocks noChangeAspect="1"/>
          </p:cNvPicPr>
          <p:nvPr/>
        </p:nvPicPr>
        <p:blipFill>
          <a:blip r:embed="rId2"/>
          <a:srcRect b="8191"/>
          <a:stretch>
            <a:fillRect/>
          </a:stretch>
        </p:blipFill>
        <p:spPr>
          <a:xfrm>
            <a:off x="1117600" y="939686"/>
            <a:ext cx="14171168" cy="7253338"/>
          </a:xfrm>
          <a:prstGeom prst="rect">
            <a:avLst/>
          </a:prstGeom>
        </p:spPr>
      </p:pic>
      <p:pic>
        <p:nvPicPr>
          <p:cNvPr id="4" name="그림 3" descr="BAIKAL.AI&#10;&#10;AI 생성 콘텐츠는 정확하지 않을 수 있습니다.">
            <a:extLst>
              <a:ext uri="{FF2B5EF4-FFF2-40B4-BE49-F238E27FC236}">
                <a16:creationId xmlns:a16="http://schemas.microsoft.com/office/drawing/2014/main" id="{D3311CDC-CB43-B0AA-6426-FFCE6A006477}"/>
              </a:ext>
            </a:extLst>
          </p:cNvPr>
          <p:cNvPicPr>
            <a:picLocks noChangeAspect="1"/>
          </p:cNvPicPr>
          <p:nvPr/>
        </p:nvPicPr>
        <p:blipFill>
          <a:blip r:embed="rId3"/>
          <a:stretch>
            <a:fillRect/>
          </a:stretch>
        </p:blipFill>
        <p:spPr>
          <a:xfrm>
            <a:off x="14986000" y="8610600"/>
            <a:ext cx="1219200" cy="4381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3644BFD-D22E-4019-B666-387DA51AE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5998" cy="91431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608481" y="2520606"/>
            <a:ext cx="7813389" cy="2772191"/>
            <a:chOff x="6081624" y="1998368"/>
            <a:chExt cx="5613457" cy="782175"/>
          </a:xfrm>
          <a:solidFill>
            <a:schemeClr val="accent4"/>
          </a:solidFill>
        </p:grpSpPr>
        <p:sp>
          <p:nvSpPr>
            <p:cNvPr id="12" name="Rectangle 11">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704" y="621792"/>
            <a:ext cx="14815638" cy="78904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p:cNvPicPr>
            <a:picLocks noChangeAspect="1"/>
          </p:cNvPicPr>
          <p:nvPr/>
        </p:nvPicPr>
        <p:blipFill>
          <a:blip r:embed="rId2"/>
          <a:srcRect b="8191"/>
          <a:stretch>
            <a:fillRect/>
          </a:stretch>
        </p:blipFill>
        <p:spPr>
          <a:xfrm>
            <a:off x="1117600" y="939686"/>
            <a:ext cx="14171168" cy="7253338"/>
          </a:xfrm>
          <a:prstGeom prst="rect">
            <a:avLst/>
          </a:prstGeom>
        </p:spPr>
      </p:pic>
      <p:pic>
        <p:nvPicPr>
          <p:cNvPr id="4" name="그림 3" descr="BAIKAL.AI&#10;&#10;AI 생성 콘텐츠는 정확하지 않을 수 있습니다.">
            <a:extLst>
              <a:ext uri="{FF2B5EF4-FFF2-40B4-BE49-F238E27FC236}">
                <a16:creationId xmlns:a16="http://schemas.microsoft.com/office/drawing/2014/main" id="{A04E9CE3-72DA-223F-790E-66CC30FD8B99}"/>
              </a:ext>
            </a:extLst>
          </p:cNvPr>
          <p:cNvPicPr>
            <a:picLocks noChangeAspect="1"/>
          </p:cNvPicPr>
          <p:nvPr/>
        </p:nvPicPr>
        <p:blipFill>
          <a:blip r:embed="rId3"/>
          <a:stretch>
            <a:fillRect/>
          </a:stretch>
        </p:blipFill>
        <p:spPr>
          <a:xfrm>
            <a:off x="14986000" y="8610600"/>
            <a:ext cx="1219200" cy="4381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3644BFD-D22E-4019-B666-387DA51AE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5998" cy="91431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608481" y="2520606"/>
            <a:ext cx="7813389" cy="2772191"/>
            <a:chOff x="6081624" y="1998368"/>
            <a:chExt cx="5613457" cy="782175"/>
          </a:xfrm>
          <a:solidFill>
            <a:schemeClr val="accent4"/>
          </a:solidFill>
        </p:grpSpPr>
        <p:sp>
          <p:nvSpPr>
            <p:cNvPr id="12" name="Rectangle 11">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704" y="621792"/>
            <a:ext cx="14815638" cy="78904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p:cNvPicPr>
            <a:picLocks noChangeAspect="1"/>
          </p:cNvPicPr>
          <p:nvPr/>
        </p:nvPicPr>
        <p:blipFill>
          <a:blip r:embed="rId2"/>
          <a:srcRect b="8191"/>
          <a:stretch>
            <a:fillRect/>
          </a:stretch>
        </p:blipFill>
        <p:spPr>
          <a:xfrm>
            <a:off x="1117600" y="939686"/>
            <a:ext cx="14171168" cy="7253338"/>
          </a:xfrm>
          <a:prstGeom prst="rect">
            <a:avLst/>
          </a:prstGeom>
        </p:spPr>
      </p:pic>
      <p:pic>
        <p:nvPicPr>
          <p:cNvPr id="4" name="그림 3" descr="BAIKAL.AI&#10;&#10;AI 생성 콘텐츠는 정확하지 않을 수 있습니다.">
            <a:extLst>
              <a:ext uri="{FF2B5EF4-FFF2-40B4-BE49-F238E27FC236}">
                <a16:creationId xmlns:a16="http://schemas.microsoft.com/office/drawing/2014/main" id="{BE29A6C2-2D6A-97C5-375F-50638687E974}"/>
              </a:ext>
            </a:extLst>
          </p:cNvPr>
          <p:cNvPicPr>
            <a:picLocks noChangeAspect="1"/>
          </p:cNvPicPr>
          <p:nvPr/>
        </p:nvPicPr>
        <p:blipFill>
          <a:blip r:embed="rId3"/>
          <a:stretch>
            <a:fillRect/>
          </a:stretch>
        </p:blipFill>
        <p:spPr>
          <a:xfrm>
            <a:off x="14986000" y="8610600"/>
            <a:ext cx="1219200" cy="4381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3644BFD-D22E-4019-B666-387DA51AE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5998" cy="91431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608481" y="2520606"/>
            <a:ext cx="7813389" cy="2772191"/>
            <a:chOff x="6081624" y="1998368"/>
            <a:chExt cx="5613457" cy="782175"/>
          </a:xfrm>
          <a:solidFill>
            <a:schemeClr val="accent4"/>
          </a:solidFill>
        </p:grpSpPr>
        <p:sp>
          <p:nvSpPr>
            <p:cNvPr id="12" name="Rectangle 11">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704" y="621792"/>
            <a:ext cx="14815638" cy="78904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p:cNvPicPr>
            <a:picLocks noChangeAspect="1"/>
          </p:cNvPicPr>
          <p:nvPr/>
        </p:nvPicPr>
        <p:blipFill>
          <a:blip r:embed="rId2"/>
          <a:srcRect t="1110" b="7080"/>
          <a:stretch>
            <a:fillRect/>
          </a:stretch>
        </p:blipFill>
        <p:spPr>
          <a:xfrm>
            <a:off x="1117600" y="939686"/>
            <a:ext cx="14171168" cy="7253338"/>
          </a:xfrm>
          <a:prstGeom prst="rect">
            <a:avLst/>
          </a:prstGeom>
        </p:spPr>
      </p:pic>
      <p:pic>
        <p:nvPicPr>
          <p:cNvPr id="4" name="그림 3" descr="BAIKAL.AI&#10;&#10;AI 생성 콘텐츠는 정확하지 않을 수 있습니다.">
            <a:extLst>
              <a:ext uri="{FF2B5EF4-FFF2-40B4-BE49-F238E27FC236}">
                <a16:creationId xmlns:a16="http://schemas.microsoft.com/office/drawing/2014/main" id="{C737C9C7-0359-1972-5550-8CFC9E0753D6}"/>
              </a:ext>
            </a:extLst>
          </p:cNvPr>
          <p:cNvPicPr>
            <a:picLocks noChangeAspect="1"/>
          </p:cNvPicPr>
          <p:nvPr/>
        </p:nvPicPr>
        <p:blipFill>
          <a:blip r:embed="rId3"/>
          <a:stretch>
            <a:fillRect/>
          </a:stretch>
        </p:blipFill>
        <p:spPr>
          <a:xfrm>
            <a:off x="14986000" y="8610600"/>
            <a:ext cx="1219200" cy="4381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r="888" b="-1"/>
          <a:stretch>
            <a:fillRect/>
          </a:stretch>
        </p:blipFill>
        <p:spPr>
          <a:xfrm>
            <a:off x="20" y="1"/>
            <a:ext cx="16255978" cy="9144000"/>
          </a:xfrm>
          <a:prstGeom prst="rect">
            <a:avLst/>
          </a:prstGeom>
        </p:spPr>
      </p:pic>
      <p:sp>
        <p:nvSpPr>
          <p:cNvPr id="20" name="Rectangle 19">
            <a:extLst>
              <a:ext uri="{FF2B5EF4-FFF2-40B4-BE49-F238E27FC236}">
                <a16:creationId xmlns:a16="http://schemas.microsoft.com/office/drawing/2014/main" id="{51935DB0-36D0-5C2E-7342-262D35382F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662697" y="2645288"/>
            <a:ext cx="9149295" cy="3848139"/>
          </a:xfrm>
          <a:prstGeom prst="rect">
            <a:avLst/>
          </a:prstGeom>
          <a:gradFill flip="none" rotWithShape="1">
            <a:gsLst>
              <a:gs pos="0">
                <a:schemeClr val="accent5">
                  <a:lumMod val="75000"/>
                </a:schemeClr>
              </a:gs>
              <a:gs pos="42000">
                <a:schemeClr val="accent5">
                  <a:lumMod val="60000"/>
                  <a:lumOff val="40000"/>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3D31893-BB06-4F90-7CCA-0A7A2694FA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311625" y="3182212"/>
            <a:ext cx="9144001" cy="2785800"/>
          </a:xfrm>
          <a:prstGeom prst="rect">
            <a:avLst/>
          </a:prstGeom>
          <a:gradFill flip="none" rotWithShape="1">
            <a:gsLst>
              <a:gs pos="10000">
                <a:schemeClr val="accent5"/>
              </a:gs>
              <a:gs pos="64000">
                <a:schemeClr val="accent2">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3F8ABF93-7FE7-6D3B-6AD7-C3921745C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0903846" y="3684917"/>
            <a:ext cx="5372680" cy="5462195"/>
          </a:xfrm>
          <a:prstGeom prst="rect">
            <a:avLst/>
          </a:prstGeom>
          <a:gradFill flip="none" rotWithShape="1">
            <a:gsLst>
              <a:gs pos="0">
                <a:schemeClr val="accent2"/>
              </a:gs>
              <a:gs pos="54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6" name="Rectangle 25">
            <a:extLst>
              <a:ext uri="{FF2B5EF4-FFF2-40B4-BE49-F238E27FC236}">
                <a16:creationId xmlns:a16="http://schemas.microsoft.com/office/drawing/2014/main" id="{D3C4FB21-0C2C-3F62-3EC5-DD378DBD3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299228" y="-5311348"/>
            <a:ext cx="4187687" cy="14810387"/>
          </a:xfrm>
          <a:prstGeom prst="rect">
            <a:avLst/>
          </a:prstGeom>
          <a:gradFill>
            <a:gsLst>
              <a:gs pos="0">
                <a:schemeClr val="accent2"/>
              </a:gs>
              <a:gs pos="37000">
                <a:schemeClr val="accent5">
                  <a:lumMod val="60000"/>
                  <a:lumOff val="40000"/>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그림 3" descr="BAIKAL.AI&#10;&#10;AI 생성 콘텐츠는 정확하지 않을 수 있습니다.">
            <a:extLst>
              <a:ext uri="{FF2B5EF4-FFF2-40B4-BE49-F238E27FC236}">
                <a16:creationId xmlns:a16="http://schemas.microsoft.com/office/drawing/2014/main" id="{C0FC1CAC-62DA-8308-47BA-326BE49EEFD3}"/>
              </a:ext>
            </a:extLst>
          </p:cNvPr>
          <p:cNvPicPr>
            <a:picLocks noChangeAspect="1"/>
          </p:cNvPicPr>
          <p:nvPr/>
        </p:nvPicPr>
        <p:blipFill>
          <a:blip r:embed="rId3"/>
          <a:stretch>
            <a:fillRect/>
          </a:stretch>
        </p:blipFill>
        <p:spPr>
          <a:xfrm>
            <a:off x="14986000" y="8610600"/>
            <a:ext cx="1219200" cy="4381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r="888" b="-1"/>
          <a:stretch>
            <a:fillRect/>
          </a:stretch>
        </p:blipFill>
        <p:spPr>
          <a:xfrm>
            <a:off x="20" y="1"/>
            <a:ext cx="16255978" cy="9144000"/>
          </a:xfrm>
          <a:prstGeom prst="rect">
            <a:avLst/>
          </a:prstGeom>
        </p:spPr>
      </p:pic>
      <p:sp>
        <p:nvSpPr>
          <p:cNvPr id="18" name="Rectangle 17">
            <a:extLst>
              <a:ext uri="{FF2B5EF4-FFF2-40B4-BE49-F238E27FC236}">
                <a16:creationId xmlns:a16="http://schemas.microsoft.com/office/drawing/2014/main" id="{51935DB0-36D0-5C2E-7342-262D35382F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662697" y="2645288"/>
            <a:ext cx="9149295" cy="3848139"/>
          </a:xfrm>
          <a:prstGeom prst="rect">
            <a:avLst/>
          </a:prstGeom>
          <a:gradFill flip="none" rotWithShape="1">
            <a:gsLst>
              <a:gs pos="0">
                <a:schemeClr val="accent5">
                  <a:lumMod val="75000"/>
                </a:schemeClr>
              </a:gs>
              <a:gs pos="42000">
                <a:schemeClr val="accent5">
                  <a:lumMod val="60000"/>
                  <a:lumOff val="40000"/>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3D31893-BB06-4F90-7CCA-0A7A2694FA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311625" y="3182212"/>
            <a:ext cx="9144001" cy="2785800"/>
          </a:xfrm>
          <a:prstGeom prst="rect">
            <a:avLst/>
          </a:prstGeom>
          <a:gradFill flip="none" rotWithShape="1">
            <a:gsLst>
              <a:gs pos="10000">
                <a:schemeClr val="accent5"/>
              </a:gs>
              <a:gs pos="64000">
                <a:schemeClr val="accent2">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3F8ABF93-7FE7-6D3B-6AD7-C3921745C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0903846" y="3684917"/>
            <a:ext cx="5372680" cy="5462195"/>
          </a:xfrm>
          <a:prstGeom prst="rect">
            <a:avLst/>
          </a:prstGeom>
          <a:gradFill flip="none" rotWithShape="1">
            <a:gsLst>
              <a:gs pos="0">
                <a:schemeClr val="accent2"/>
              </a:gs>
              <a:gs pos="54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4" name="Rectangle 23">
            <a:extLst>
              <a:ext uri="{FF2B5EF4-FFF2-40B4-BE49-F238E27FC236}">
                <a16:creationId xmlns:a16="http://schemas.microsoft.com/office/drawing/2014/main" id="{D3C4FB21-0C2C-3F62-3EC5-DD378DBD3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299228" y="-5311348"/>
            <a:ext cx="4187687" cy="14810387"/>
          </a:xfrm>
          <a:prstGeom prst="rect">
            <a:avLst/>
          </a:prstGeom>
          <a:gradFill>
            <a:gsLst>
              <a:gs pos="0">
                <a:schemeClr val="accent2"/>
              </a:gs>
              <a:gs pos="37000">
                <a:schemeClr val="accent5">
                  <a:lumMod val="60000"/>
                  <a:lumOff val="40000"/>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그림 3" descr="BAIKAL.AI&#10;&#10;AI 생성 콘텐츠는 정확하지 않을 수 있습니다.">
            <a:extLst>
              <a:ext uri="{FF2B5EF4-FFF2-40B4-BE49-F238E27FC236}">
                <a16:creationId xmlns:a16="http://schemas.microsoft.com/office/drawing/2014/main" id="{27E1B859-6605-CCAC-F580-77A9E10F6813}"/>
              </a:ext>
            </a:extLst>
          </p:cNvPr>
          <p:cNvPicPr>
            <a:picLocks noChangeAspect="1"/>
          </p:cNvPicPr>
          <p:nvPr/>
        </p:nvPicPr>
        <p:blipFill>
          <a:blip r:embed="rId3"/>
          <a:stretch>
            <a:fillRect/>
          </a:stretch>
        </p:blipFill>
        <p:spPr>
          <a:xfrm>
            <a:off x="14986000" y="8610600"/>
            <a:ext cx="1219200" cy="4381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Words>
  <Application>Microsoft Office PowerPoint</Application>
  <PresentationFormat>사용자 지정</PresentationFormat>
  <Paragraphs>1</Paragraphs>
  <Slides>14</Slides>
  <Notes>1</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14</vt:i4>
      </vt:variant>
    </vt:vector>
  </HeadingPairs>
  <TitlesOfParts>
    <vt:vector size="18"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동열 정</cp:lastModifiedBy>
  <cp:revision>3</cp:revision>
  <dcterms:created xsi:type="dcterms:W3CDTF">2006-08-16T00:00:00Z</dcterms:created>
  <dcterms:modified xsi:type="dcterms:W3CDTF">2026-08-05T12:03:12Z</dcterms:modified>
</cp:coreProperties>
</file>